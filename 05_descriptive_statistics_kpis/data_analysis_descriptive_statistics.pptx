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4" r:id="rId3"/>
    <p:sldId id="260" r:id="rId4"/>
    <p:sldId id="288" r:id="rId5"/>
    <p:sldId id="289" r:id="rId6"/>
    <p:sldId id="290" r:id="rId7"/>
    <p:sldId id="280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9999"/>
    <a:srgbClr val="336699"/>
    <a:srgbClr val="FFC000"/>
    <a:srgbClr val="993300"/>
    <a:srgbClr val="339966"/>
    <a:srgbClr val="3366CC"/>
    <a:srgbClr val="0066CC"/>
    <a:srgbClr val="CC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6192" autoAdjust="0"/>
  </p:normalViewPr>
  <p:slideViewPr>
    <p:cSldViewPr snapToGrid="0">
      <p:cViewPr>
        <p:scale>
          <a:sx n="73" d="100"/>
          <a:sy n="73" d="100"/>
        </p:scale>
        <p:origin x="11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B3E4-3194-6E66-6287-AB7FF3BD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3F460-2035-9F1D-B8B7-60BB15FA6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36828-221E-1749-ABA4-4CE673D63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B3733-BEAC-8B81-3FDC-A04D30C33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6132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0DEB-9B74-42E2-4380-9E14B787A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1452B-2426-2022-E4EC-518ECD4D5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006EC-AC4F-EC73-CC32-FA265D9AC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7F372-1AC8-9CE5-D59B-62A93331C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273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1263-8A14-B09B-DD00-5B4DE308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74628-D45A-FA91-7271-548060DE3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84180-5077-B9A6-6350-D2FA18654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8732F-055E-A917-B8FB-1F3C7EE6E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637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4EF4-34F0-39CD-4990-B4FD2383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8D2A7-EF2A-ED76-48CA-D4E86D6C0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B5485-83CD-4ADC-788C-3012DA67A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26DFF-682A-F89C-8456-81E256D8F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3139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6D60-9FD2-CB8C-4B46-8FED3635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DC4FE-CF9B-C2DD-25DF-75A1DDBCE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24935-69E2-9C7E-32A5-2CF63CAB9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B9FCF-7802-E759-F81F-AEE274676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7340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81E3B-9FE8-B99D-0C72-6819B26F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905B9-5F62-59A8-1C9B-3049978C6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4AE5F-F3F5-6573-505F-59167FA52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6216B-FC0A-80DC-4257-8E8AB982E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3122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4C33-F523-3D2F-11FA-57D60093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D43A6-5F0B-1FDA-8912-801B81BF8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46ACC-3BF8-E561-E07B-65074FB7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analysieren oder ein Model trainieren, müssen wir sicherstellen, dass unsere Daten verlässlich sind. Schlechte Daten führen automatisch zu schlechten Ergebnissen. Data Quality ist keine Option, sondern eine Voraussetzung.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8E3E7-BC3D-C07D-AF16-5DC08856B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541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03/03/2026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7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6105-F031-BC7E-09F3-4944154D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932FD37-087E-A653-9831-F1C634A927B7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6082F7-0D57-170A-B2B8-78F66D9E8E25}"/>
              </a:ext>
            </a:extLst>
          </p:cNvPr>
          <p:cNvSpPr txBox="1"/>
          <p:nvPr/>
        </p:nvSpPr>
        <p:spPr>
          <a:xfrm>
            <a:off x="5950910" y="1490503"/>
            <a:ext cx="609668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600" b="1" dirty="0" err="1">
                <a:solidFill>
                  <a:srgbClr val="FF9933"/>
                </a:solidFill>
              </a:rPr>
              <a:t>Datenvisualisierung</a:t>
            </a:r>
            <a:endParaRPr lang="en-US" sz="1600" b="1" dirty="0">
              <a:solidFill>
                <a:srgbClr val="FF99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Klassische</a:t>
            </a:r>
            <a:r>
              <a:rPr lang="en-US" sz="1600" b="1" dirty="0"/>
              <a:t> </a:t>
            </a:r>
            <a:r>
              <a:rPr lang="en-US" sz="1600" b="1" dirty="0" err="1"/>
              <a:t>Diagramme</a:t>
            </a:r>
            <a:r>
              <a:rPr lang="en-US" sz="1600" b="1" dirty="0"/>
              <a:t>; </a:t>
            </a:r>
            <a:r>
              <a:rPr lang="en-US" sz="1600" b="1" dirty="0" err="1"/>
              <a:t>Balkendiagramm</a:t>
            </a:r>
            <a:r>
              <a:rPr lang="en-US" sz="1600" b="1" dirty="0"/>
              <a:t>, </a:t>
            </a:r>
            <a:r>
              <a:rPr lang="en-US" sz="1600" b="1" dirty="0" err="1"/>
              <a:t>Histogramm</a:t>
            </a:r>
            <a:r>
              <a:rPr lang="en-US" sz="1600" b="1" dirty="0"/>
              <a:t>, Boxplot, </a:t>
            </a:r>
            <a:r>
              <a:rPr lang="en-US" sz="1600" b="1" dirty="0" err="1"/>
              <a:t>Liniendiagramm</a:t>
            </a:r>
            <a:r>
              <a:rPr lang="en-US" sz="1600" b="1" dirty="0"/>
              <a:t>, </a:t>
            </a:r>
            <a:r>
              <a:rPr lang="en-US" sz="1600" b="1" dirty="0" err="1"/>
              <a:t>Streudiagramm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Interaktive</a:t>
            </a:r>
            <a:r>
              <a:rPr lang="en-US" sz="1600" b="1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743A43-C486-7277-C9B5-214836C9B4EA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E62FFF-7DFA-25F7-F3C4-D55C704ECEED}"/>
              </a:ext>
            </a:extLst>
          </p:cNvPr>
          <p:cNvSpPr/>
          <p:nvPr/>
        </p:nvSpPr>
        <p:spPr>
          <a:xfrm>
            <a:off x="5730475" y="3117669"/>
            <a:ext cx="5991262" cy="1219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117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3F5CE-1224-48F0-91AD-0C489300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85E546-ABE1-A174-E125-ED55D6EE43B0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6248855C-17F2-68F3-B8E9-C1BC4F488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93C570-C12F-3563-963A-9645BFE322D1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8156DC-9F94-3BE8-713F-BF8B4C633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2181" y="1471297"/>
            <a:ext cx="8315386" cy="7782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0DF2D89-D1E3-5317-FC14-567364DBD9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53" y="2759363"/>
            <a:ext cx="3033694" cy="26393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DF77EE-3802-BE05-F94C-B55DC6E095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670" y="2626630"/>
            <a:ext cx="3121152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E962-770B-BACC-F8A5-4EB662C8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0AB94D-7287-DF93-F98E-FFD9E2C8862D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B27A22E4-3CB7-0EC8-9C4C-2A10C0AEF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8026C3-EF7E-1F11-0D72-E084A8961938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3E8324-303F-260C-8804-DB731948C5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33" y="114299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3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08F6-9129-BB6F-D460-CED42DBA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CD4DDF-8CB7-D73B-C912-1E35C81B2AA9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C07361D0-0F7F-EDD4-6532-E49B82DC5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6A8635-E321-1D87-B214-BFBC3362DCEE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7C0A3-1CFE-0049-82F3-171151CBA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714" y="-14065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3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3C329-DDCF-8890-A9F7-7C577E73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8070A0-17D6-0D73-2BB7-64DC82213121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5D1E209C-106A-36C3-60A1-61E8F3A21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3A99EF-7D77-CD1E-474D-2DCC67FFC9B2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200051-E317-5BA4-A4E6-6DB8E0959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822" y="959249"/>
            <a:ext cx="5340096" cy="5340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223B21-650A-688F-7AC3-DD25654BBD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677" y="2724528"/>
            <a:ext cx="3033694" cy="263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0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15A4-7611-9CB3-41E1-3B6E19E9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2B7DF8-52DC-DEB1-4709-710B34A61781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FDC337D9-4C60-5B07-0B6D-94C0BF23F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ED07A7-268B-F4F8-B87B-35F247CFE5B6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323A4D-4981-F98B-6A60-7B6A574F34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67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FE29-0975-DF7C-FFF9-7D270D5F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076649-6EDD-4C56-92AB-FE116D82B423}"/>
              </a:ext>
            </a:extLst>
          </p:cNvPr>
          <p:cNvSpPr/>
          <p:nvPr/>
        </p:nvSpPr>
        <p:spPr>
          <a:xfrm>
            <a:off x="883072" y="11266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Graphic 2" descr="Research">
            <a:extLst>
              <a:ext uri="{FF2B5EF4-FFF2-40B4-BE49-F238E27FC236}">
                <a16:creationId xmlns:a16="http://schemas.microsoft.com/office/drawing/2014/main" id="{5C66D76B-F993-D5D1-6FCC-CEC097EC2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9559" y="157006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8DCFEF-98C3-9B4C-FC5C-A12D7D7349B4}"/>
              </a:ext>
            </a:extLst>
          </p:cNvPr>
          <p:cNvSpPr txBox="1"/>
          <p:nvPr/>
        </p:nvSpPr>
        <p:spPr>
          <a:xfrm>
            <a:off x="914334" y="2626630"/>
            <a:ext cx="2004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FF9933"/>
                </a:solidFill>
              </a:rPr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endParaRPr lang="LID4096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7B9C78-F617-0D09-6D9D-E1C3EE0F5F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52" y="42715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7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9819</TotalTime>
  <Words>643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41</cp:revision>
  <dcterms:created xsi:type="dcterms:W3CDTF">2026-02-20T09:06:58Z</dcterms:created>
  <dcterms:modified xsi:type="dcterms:W3CDTF">2026-03-03T07:32:11Z</dcterms:modified>
</cp:coreProperties>
</file>